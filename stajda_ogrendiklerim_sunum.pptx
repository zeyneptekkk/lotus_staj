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Öğrenme Etkisi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Veri Tanıma</c:v>
                  </c:pt>
                  <c:pt idx="1">
                    <c:v>Temizlik</c:v>
                  </c:pt>
                  <c:pt idx="2">
                    <c:v>Analiz</c:v>
                  </c:pt>
                  <c:pt idx="3">
                    <c:v>Yorumlama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88</c:v>
                </c:pt>
                <c:pt idx="2">
                  <c:v>82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Gerçek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Tahmin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2.2</c:v>
                </c:pt>
                <c:pt idx="1">
                  <c:v>3.7</c:v>
                </c:pt>
                <c:pt idx="2">
                  <c:v>5.4</c:v>
                </c:pt>
                <c:pt idx="3">
                  <c:v>6.9</c:v>
                </c:pt>
                <c:pt idx="4">
                  <c:v>8.8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78992"/>
            <a:ext cx="7040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STAJ SÜRECİNDE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ÖĞRENDİKLERİM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08" y="281635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Python • Veri Bilimi • KNIME • Makine Öğrenmesi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8096" y="33101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</a:rPr>
              <a:t>Udemy eğitimleri üzerinden 10 sayfalık staj öğrenim özeti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777240"/>
            <a:ext cx="1874520" cy="1874520"/>
          </a:xfrm>
          <a:prstGeom prst="arc">
            <a:avLst/>
          </a:prstGeom>
          <a:noFill/>
          <a:ln w="63500">
            <a:solidFill>
              <a:srgbClr val="06B6D4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2788920"/>
            <a:ext cx="1325880" cy="1325880"/>
          </a:xfrm>
          <a:prstGeom prst="arc">
            <a:avLst/>
          </a:prstGeom>
          <a:noFill/>
          <a:ln w="63500">
            <a:solidFill>
              <a:srgbClr val="7C3AED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4407408"/>
            <a:ext cx="22860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973568" y="4709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Veriyi hazırlama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analiz etme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modelleme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Eğitimlerin Genel Kapsamı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Staj boyunca öğrendiğim konuları 4 ana başlıkta topladım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1380744"/>
            <a:ext cx="6400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362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Python Programlama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96696" y="1737360"/>
            <a:ext cx="21671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Değişkenler, döngüler, fonksiyonlar, veri yapıları, hata kontrolü ve kütüphane kullanımı.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56616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12464" y="1380744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1362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Veri Bilimi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77056" y="1737360"/>
            <a:ext cx="21671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Veriyi okuma, temizleme, dönüştürme, keşifçi analiz, görselleştirme ve raporlama.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44652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92824" y="1380744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1362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KNIME Workflow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57416" y="1737360"/>
            <a:ext cx="21671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Kod yazmadan görsel veri akışı kurma; node mantığıyla ETL, preprocessing ve modelleme.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326880" y="123444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73184" y="1380744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37776" y="13624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Makine Öğrenmesi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637776" y="1737360"/>
            <a:ext cx="17099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Regresyon, sınıflandırma, kümeleme, model seçimi ve performans değerlendirme.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005840" y="3657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554"/>
                </a:solidFill>
              </a:rPr>
              <a:t>Genel kazanım: ham veriyi anlamlı bilgiye dönüştürüp, iş problemine uygun analiz veya model çıktısı üretebilmek.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05840" y="4956048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5038344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Problem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2606040" y="495604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42616" y="503834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Veri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3977640" y="495604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14216" y="5038344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Hazırlık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669280" y="4956048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05856" y="503834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Analiz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7223760" y="4956048"/>
            <a:ext cx="987552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0336" y="503834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Model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686800" y="4956048"/>
            <a:ext cx="98755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23376" y="503834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Yorum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10149840" y="495604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86416" y="50383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Sunum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Python Programlama Temelleri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Kodun çalışma mantığını anlayarak veri işlemenin temelini oluşturdum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66928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Değişkenler, veri tipleri, listeler, sözlükler, koşullar ve döngülerle algoritma mantığımı geliştirdim.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Fonksiyon kullanarak tekrar eden işleri düzenli, okunabilir ve yeniden kullanılabilir hale getirmeyi öğrendim.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Pandas ve NumPy ile tablo verisi üzerinde seçme, filtreleme, gruplama ve hesaplama işlemleri yaptım.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Hata ayıklama sürecinde kodun sadece çalışmasına değil, neden çalıştığını anlamaya odaklandım.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40880" y="14173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7184" y="1563624"/>
            <a:ext cx="6400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51776" y="15453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Stajdaki karşılığı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51776" y="1920240"/>
            <a:ext cx="37673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Python temeli, veri analizi ve makine öğrenmesi aşamalarını daha bilinçli takip etmemi sağladı.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040880" y="324612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87184" y="3392424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51776" y="33741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Kullandığım mantık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51776" y="3749040"/>
            <a:ext cx="37673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Veriyi oku → kontrol et → temizle → analiz et → sonucu yorumla.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178040" y="50749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4616" y="51572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Pandas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366760" y="507492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515721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NumPy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9464040" y="50749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0616" y="5157216"/>
            <a:ext cx="1161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Matplotlib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KNIME ile Uçtan Uca Veri Bilimi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 slayt özellikle KNIME öğrenimini anlatmak için eklendi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289304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2710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KNIME Nedir?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42416" y="1645920"/>
            <a:ext cx="321868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Kod yazmadan, node tabanlı görsel workflow ile veri okuma, temizleme, dönüştürme, analiz ve modelleme yapmayı sağlayan bir veri bilimi platformudur.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1289304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2710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Neden Önemli?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37176" y="1645920"/>
            <a:ext cx="294436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Veri bilimi sürecini akış olarak görmeyi sağlar. Hangi adımda veri okunduğunu, nerede temizlendiğini ve modelin nasıl beslendiğini daha net gösterir.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046720" y="114300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3024" y="1289304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271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Stajdaki Katkısı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57616" y="1645920"/>
            <a:ext cx="2990088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Python kodu yazmadan da veri hazırlama ve modelleme mantığını kavradım; workflow düşünme becerim gelişti.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463040" y="3886200"/>
            <a:ext cx="89611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342900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61188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 Reader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" y="38862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E0F2FE"/>
                </a:solidFill>
              </a:rPr>
              <a:t>Veri okuma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2926080" y="342900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80944" y="361188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Missing Value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99232" y="38862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E0F2FE"/>
                </a:solidFill>
              </a:rPr>
              <a:t>Eksik veri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361188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Normalizer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0912" y="38862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E0F2FE"/>
                </a:solidFill>
              </a:rPr>
              <a:t>Ölçekleme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949440" y="342900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4304" y="361188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Learner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22592" y="38862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E0F2FE"/>
                </a:solidFill>
              </a:rPr>
              <a:t>Model eğitimi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961120" y="342900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15984" y="361188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34272" y="38862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E0F2FE"/>
                </a:solidFill>
              </a:rPr>
              <a:t>Değerlendirme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91440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554"/>
                </a:solidFill>
              </a:rPr>
              <a:t>KNIME sayesinde veri bilimi sürecini “bağlantılı adımlar” halinde görmeyi öğrendim: veri girişi, temizlik, dönüşüm, modelleme ve sonuç değerlendirme.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Veri Ön İşleme ve ETL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Modelin başarısı çoğu zaman verinin ne kadar iyi hazırlandığına bağlıdır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335024"/>
            <a:ext cx="6400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Extract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3856" y="1691640"/>
            <a:ext cx="26243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Farklı kaynaklardan veri alma; CSV, Excel veya veri tabanı mantığını anlama.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8304" y="1335024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Transform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82896" y="1691640"/>
            <a:ext cx="26243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Eksik veri, aykırı değer, encoding, ölçekleme ve yeni değişken üretme.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321040" y="118872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67344" y="1335024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1936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Load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631936" y="1691640"/>
            <a:ext cx="26243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Temizlenmiş veriyi analiz/modelleme aşamasına uygun şekilde kullanıma hazırlama.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554"/>
                </a:solidFill>
              </a:rPr>
              <a:t>Python tarafında Pandas ile, KNIME tarafında ise node akışıyla aynı veri hazırlama mantığını uygulamayı öğrendim.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47091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479145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Missing Values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17520" y="47091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54096" y="4791456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Outlier Control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800600" y="47091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4791456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Encoding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263640" y="47091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79145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Scaling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635240" y="47091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71816" y="4791456"/>
            <a:ext cx="1847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Feature Engineering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875520" y="47091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12096" y="4791456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Train/Test Split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Keşifçi Veri Analizi ve Görselleştirme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Veriyi modele vermeden önce anlamlandırma becerisi kazandım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21208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Histogram, scatter plot, bar chart ve line chart gibi grafiklerle veri dağılımını yorumladım.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Değişkenler arasındaki ilişkiyi inceleyerek hangi alanların modele katkı sağlayabileceğini gördüm.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Görselleştirmenin sadece grafik çizmek değil, veriden anlaşılır bir hikâye çıkarmak olduğunu fark ettim.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37960" y="1234440"/>
          <a:ext cx="4480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1051560" y="4572000"/>
            <a:ext cx="9875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" y="4718304"/>
            <a:ext cx="64008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62456" y="4700016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Stajdaki karşılığı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62456" y="5074920"/>
            <a:ext cx="943660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Rapor yazarken sonuçların grafik ve kısa yorumlarla desteklenmesi gerektiğini öğrendim.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Makine Öğrenmesi Mantığı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Geçmiş veriden öğrenerek yeni veriler için tahmin üretme yaklaşımı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1335024"/>
            <a:ext cx="6400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316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Problem Tipi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88136" y="1691640"/>
            <a:ext cx="280720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Regresyon sayısal tahmin, sınıflandırma kategori tahmini, kümeleme ise etiketsiz gruplama için kullanılır.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80560" y="1188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1335024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316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Model Eğitimi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91456" y="1691640"/>
            <a:ext cx="280720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Veri eğitim ve test olarak ayrılır. Model eğitim verisinden örüntü öğrenir, test verisiyle sınanır.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83880" y="11887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0184" y="1335024"/>
            <a:ext cx="6400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316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Overfitting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94776" y="1691640"/>
            <a:ext cx="280720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Modelin eğitim verisini ezberleyip yeni veride başarısız olma riskini değerlendirmeyi öğrendim.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691640" y="3977640"/>
            <a:ext cx="88239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0120" y="37947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3877056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Ham Veri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2788920" y="379476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5496" y="3877056"/>
            <a:ext cx="1252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Ön İşleme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846320" y="379476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87705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Eğitim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629400" y="3794760"/>
            <a:ext cx="82296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3877056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Test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229600" y="379476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387705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Metrik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829800" y="379476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66376" y="3877056"/>
            <a:ext cx="886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Karar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097280" y="50749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554"/>
                </a:solidFill>
              </a:rPr>
              <a:t>Bu süreç hem Python kodlarıyla hem de KNIME workflow mantığıyla uygulanabilir.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Regresyon ve Tahmin Modelleri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Sayısal hedef değişkeni tahmin etmeye yönelik modelleri öğrendim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57784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</a:rPr>
              <a:t>Basit ve çoklu doğrusal regresyonla değişkenler arasındaki ilişkiyi modellemeyi öğrendim.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Polinom regresyon, karar ağacı ve random forest gibi farklı modellerin aynı probleme farklı şekilde yaklaştığını gördüm.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</a:rPr>
              <a:t>R², Adjusted R², MAE, MSE ve RMSE gibi metriklerle model başarısını karşılaştırmayı öğrendim.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12280" y="1417320"/>
          <a:ext cx="4160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4434840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75704" y="4581144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0296" y="45628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Kazanım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940296" y="4937760"/>
            <a:ext cx="41788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Model sonucunu sadece tahmin değeri olarak değil, hata metriğiyle birlikte değerlendirmem gerektiğini öğrendim.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Sınıflandırma, Kümeleme ve NLP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Farklı veri problemleri için farklı yöntemler kullandım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289304"/>
            <a:ext cx="6400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2710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Sınıflandırma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42416" y="1645920"/>
            <a:ext cx="29443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Veriyi sınıflara ayırma: olumlu/olumsuz yorum, riskli/risksiz müşteri gibi karar problemleri.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34840" y="1143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289304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2710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Kümeleme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45736" y="1645920"/>
            <a:ext cx="29443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Etiketsiz veride benzer kayıtları gruplama; müşteri segmentasyonu ve davranış örüntüsü keşfi.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289304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2710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NLP / Metin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49056" y="1645920"/>
            <a:ext cx="29443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Metin temizleme, metin madenciliği ve duygu analizi ile yazılı veriden anlam çıkarma.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051560" y="3703320"/>
            <a:ext cx="98755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>
                <a:solidFill>
                  <a:srgbClr val="0F172A"/>
                </a:solidFill>
              </a:rPr>
              <a:t>Confusion matrix, accuracy, precision, recall ve F1-score gibi metriklerin ne anlattığını öğrendim.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K-Means gibi yöntemlerle veride doğal gruplar bulunabileceğini gördüm.</a:t>
            </a:r>
            <a:endParaRPr lang="en-US" sz="1400" dirty="0"/>
          </a:p>
          <a:p>
            <a:r>
              <a:rPr lang="en-US" sz="1400" dirty="0">
                <a:solidFill>
                  <a:srgbClr val="0F172A"/>
                </a:solidFill>
              </a:rPr>
              <a:t>Metin analizi konuları veri biliminin doğal dil işleme tarafını anlamamı sağladı.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Genel Değerlendirme ve Staja Katkısı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Eğitimlerin bana kazandırdığı teknik ve analitik bakış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17043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554"/>
                </a:solidFill>
              </a:rPr>
              <a:t>Bu staj sürecinde Python ile kodlama, veri bilimi süreci, KNIME ile görsel workflow oluşturma ve makine öğrenmesi modellerini anlama konularında temel bir yetkinlik kazandım.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2843784"/>
            <a:ext cx="6400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2825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Teknik Kazanımlar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88136" y="3200400"/>
            <a:ext cx="299008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Python, Pandas/NumPy, veri ön işleme, KNIME workflow, görselleştirme, regresyon, sınıflandırma ve model değerlendirme.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389120" y="26974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843784"/>
            <a:ext cx="6400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2825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Analitik Kazanımlar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0016" y="3200400"/>
            <a:ext cx="299008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Problemi tanımlama, veriyi sorgulama, sonuçları metriklerle değerlendirme ve veriden anlamlı yorum çıkarma.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001000" y="2697480"/>
            <a:ext cx="34290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0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2843784"/>
            <a:ext cx="6400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2825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554"/>
                </a:solidFill>
              </a:rPr>
              <a:t>Mesleki Katkı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11896" y="3200400"/>
            <a:ext cx="299008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İş problemlerine veri odaklı yaklaşma, raporlama yapma ve öğrendiklerimi gerçek projelere uyarlama becerisi.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</a:rPr>
              <a:t>Sonuç: Veriyi okuyabilen, hazırlayabilen, modelleyebilen ve sonucu anlaşılır şekilde sunabilen bir bakış açısı kazandım.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29284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Staj Sürecinde Öğrendiklerim</dc:title>
  <dc:subject>Stajda öğrenilenler sunumu - KNIME eklenmiş versiyon</dc:subject>
  <dc:creator>ChatGPT</dc:creator>
  <cp:lastModifiedBy>ChatGPT</cp:lastModifiedBy>
  <cp:revision>1</cp:revision>
  <dcterms:created xsi:type="dcterms:W3CDTF">2026-05-25T11:56:57Z</dcterms:created>
  <dcterms:modified xsi:type="dcterms:W3CDTF">2026-05-25T11:56:57Z</dcterms:modified>
</cp:coreProperties>
</file>